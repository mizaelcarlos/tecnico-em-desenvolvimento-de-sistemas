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524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79C"/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A3A7A"/>
          </a:solidFill>
          <a:ln w="12700">
            <a:solidFill>
              <a:srgbClr val="0A3A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0CAF9"/>
                </a:solidFill>
              </a:rPr>
              <a:t>Internet das Coisas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Linguagem C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Prof. Mizael Carlos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457200"/>
            <a:ext cx="1828800" cy="1828800"/>
          </a:xfrm>
          <a:prstGeom prst="ellipse">
            <a:avLst/>
          </a:prstGeom>
          <a:solidFill>
            <a:srgbClr val="00979C">
              <a:alpha val="30000"/>
            </a:srgbClr>
          </a:solidFill>
          <a:ln w="12700">
            <a:solidFill>
              <a:srgbClr val="00979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315200" y="1371600"/>
            <a:ext cx="1371600" cy="1371600"/>
          </a:xfrm>
          <a:prstGeom prst="ellipse">
            <a:avLst/>
          </a:prstGeom>
          <a:solidFill>
            <a:srgbClr val="00979C">
              <a:alpha val="50000"/>
            </a:srgbClr>
          </a:solidFill>
          <a:ln w="12700">
            <a:solidFill>
              <a:srgbClr val="0097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🔍 O que é a Linguagem C?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14800" cy="338328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</a:rPr>
              <a:t>Definição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A Linguagem C é uma linguagem de programação de propósito geral, criada por Dennis Ritchie nos anos 1970. É considerada de nível médio — combina características de alto nível (legibilidade) com baixo nível (acesso direto à memória), sendo base para diversas linguagens modernas.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11480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✔ Características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6002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</a:rPr>
              <a:t>• Portável entre plataformas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</a:rPr>
              <a:t>• Alta performance e eficiência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</a:rPr>
              <a:t>• Controle direto de memória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114800" cy="1691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⚠ Desafios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2918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5100"/>
                </a:solidFill>
              </a:rPr>
              <a:t>• Gerenciamento manual de memória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5100"/>
                </a:solidFill>
              </a:rPr>
              <a:t>• Sem orientação a objetos nativa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5100"/>
                </a:solidFill>
              </a:rPr>
              <a:t>• Curva de aprendizado maior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📅 Histórico da Linguagem 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77724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1969–1973  —  Dennis Ritchie cria a linguagem C nos Bell Labs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1978  —  Brian Kernighan e Ritchie publicam "The C Programming Language"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3000" y="2651760"/>
            <a:ext cx="6858000" cy="5486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1989  —  Padrão ANSI C (C89) é oficialmente definido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383280"/>
            <a:ext cx="6400800" cy="5486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1999  —  Revisão C99 adiciona novos recursos (vetores flexíveis, tipos novos)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00200" y="4114800"/>
            <a:ext cx="5943600" cy="54864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600200" y="41148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2011  —  C11 traz suporte a multithreading e _Generic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🏗️ Estrutura Básica de um Programa em 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Um programa em C é composto por diretivas de pré-processamento, declarações globais e a função main(). A execução sempre começa pela função main() e segue sequencialmente, podendo chamar outras funções.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246888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📁  Diretivas (#include, #define)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2926080"/>
            <a:ext cx="246888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10896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🔧  Declarações globais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246888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▶️  Função main()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3794760"/>
            <a:ext cx="246888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10896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📦  Outras funções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1143000"/>
            <a:ext cx="3017520" cy="342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0" y="118872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</a:rPr>
              <a:t>💡 Exemplo mínimo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</a:rPr>
              <a:t>#include &lt;stdio.h&gt;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</a:rPr>
              <a:t>int main()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</a:rPr>
              <a:t>  printf("Ola, Mundo!");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</a:rPr>
              <a:t>  return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</a:rPr>
              <a:t>// Compilar: gcc prog.c -o prog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🗂️ Tipos de Dados Primitivos em 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097280" cy="4572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17320"/>
            <a:ext cx="27432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828800" y="12344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Inteiro — 4 bytes — Intervalo: -2147483648 a 2147483647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1097280" cy="4572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576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float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63040" y="2011680"/>
            <a:ext cx="27432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828800" y="18288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Ponto flutuante — 4 bytes — Precisão: ~6 casas decimais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1097280" cy="4572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double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63040" y="2606040"/>
            <a:ext cx="27432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828800" y="24231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Ponto flutuante duplo — 8 bytes — Maior precisão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1097280" cy="4572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char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463040" y="3200400"/>
            <a:ext cx="27432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828800" y="30175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Caractere — 1 byte — Intervalo: -128 a 127 (ou 0 a 255)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611880"/>
            <a:ext cx="1097280" cy="4572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65760" y="3611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void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463040" y="3794760"/>
            <a:ext cx="27432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828800" y="36118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Ausência de tipo — usado em funções sem retorno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1097280" cy="4572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65760" y="4206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_Bool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463040" y="4389120"/>
            <a:ext cx="27432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828800" y="42062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Booleano — 0 (falso) ou 1 (verdadeiro) — requer &lt;stdbool.h&gt;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🔧 Modificadores de Tipo em 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828800" cy="5486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short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18872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Reduz o tamanho de int  — normalmente 2 bytes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1828800" cy="5486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65760" y="18928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1892808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Amplia o tamanho de int — normalmente 4 ou 8 bytes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1828800" cy="5486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259689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unsigned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2596896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Remove o sinal — apenas valores positivos (dobra o máximo)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00984"/>
            <a:ext cx="1828800" cy="5486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65760" y="33009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signed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3300984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Inclui o sinal — permite valores negativos e positivos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1828800" cy="54864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5760" y="40050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400507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Torna a variável constante — valor não pode ser alterado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📦 Variáveis e Constantes em 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Variáveis armazenam dados que podem mudar durante a execução. Constantes armazenam valores fixos. Em C, a declaração deve especificar o tipo antes do nome. Variáveis devem ser inicializadas antes de usar para evitar valores indeterminados.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41148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📝 Declaração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tipo nome = valor;  Ex: int x = 10;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468880"/>
            <a:ext cx="41148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4632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🔒 Constante com const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const float PI = 3.14159;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🔢 Constante com #define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#define MAX 100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657600"/>
            <a:ext cx="41148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4632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📍 Escopo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Local (dentro de função) ou global (fora de função)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📝 Declaração de Variáveis — Forno Industrial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T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T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Painel de Controle — Forno Industrial
// Declaração e uso de variáveis em C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Identificação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 setor[]       =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"Tratamento Termico"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    int   id_forno      = 3;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Leituras de sensores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temp_atual    = 842.5;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°C — termopar tipo K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temp_alvo     = 850.0;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°C — set-point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pressao_bar   = 1.013;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pressão atmosférica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Estado e contadores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ciclos        = 47;  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ciclos de aquecimento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alarme_ativo  = 0;   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0=normal, 1=alarme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 tempo_total_s = 169200;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segundos em operação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"Forno %d — %s\n"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id_forno, setor);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"Temp: %.1f / %.1f C | Ciclos: %d\n"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temp_atual, temp_alvo, ciclos);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Saida: Forno 3 — Tratamento Termico
// Temp: 842.5 / 850.0 C | Ciclos: 47</a:t>
            </a:r>
            <a:endParaRPr lang="pt-BR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➕ Operadores em 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114800" cy="3429000"/>
          </a:xfrm>
          <a:prstGeom prst="rect">
            <a:avLst/>
          </a:prstGeom>
          <a:solidFill>
            <a:srgbClr val="E3F2FD"/>
          </a:solidFill>
          <a:ln w="254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4114800" cy="5029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Aritméticos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+ Adição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- Subtração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* Multiplicação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/ Divisão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% Módulo (resto)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++ Incremento  -- Decremento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114800" cy="34290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1148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54880" y="11430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Relacionais e Lógicos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</a:rPr>
              <a:t>== Igual a    != Diferente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</a:rPr>
              <a:t>&gt; Maior  &lt; Menor  &gt;= maior/igual  &lt;= menor/igual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</a:rPr>
              <a:t>&amp;&amp; E lógico   || OU lógico   ! NAO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</a:rPr>
              <a:t>Atribuição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</a:rPr>
              <a:t>= Atribui   += Soma e atribui   -= Subtrai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</a:rPr>
              <a:t>*= Multiplica   /= Divide   &amp;= Bit 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🗂️ Tabela de Tipos de Dados em 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36576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Tamanho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Intervalo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bool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1 uchar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true / false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int alarme = 1;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uchar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1 uchar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0 a 255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unsigned char cod = 0xAF;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int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2 uchars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-32768 a 32767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int temp_C = -40;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unsigned int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2 uchars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0 a 65535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unsigned int rpm = 1500;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long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4 uchars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±2.147 bilhões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long pulsos = 980000;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float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4 uchars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3.4028235E+38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float pressao = 6.28;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char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1 uchar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-128 a 127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char status = 'R';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char[]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&gt;= 1 byte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cadeia char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</a:rPr>
                        <a:t>char linha[20];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📝 Variáveis — Sistema SCADA: Bomba Hidráulica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T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T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Sistema SCADA — Variáveis de Bomba Hidráulica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int   rotacao_rpm   = 2950;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rotações por minuto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vazao_m3h     = 120.5;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m³/h no débito nominal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pressao_bar   = 8.2; 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pressão de descarga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temp_rolament = 65.3;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°C — rolamento dianteiro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horas_servico = 4320;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horas em operação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 tag[]         =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"BOM-102A"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float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PRESSAO_MAX = 12.0;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bar — limite de projeto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RPM_NOMINAL = 2950;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valor de plaqueta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"Tag: %s  RPM: %d\n"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tag, rotacao_rpm);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"Vazao: %.1f m3/h  Pressao: %.1f bar\n"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vazao_m3h, pressao_bar);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 rolamento: %.1f C\n"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temp_rolament);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pt-BR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➕ Tabela Completa de Operadores em 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14800" cy="173736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114800" cy="41148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Aritméticos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Adição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Subtração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Multiplicação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Divisão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Módulo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1737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114800" cy="41148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46320" y="1188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Relacionais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Igual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 Diferente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Maior 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Menor 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Maior/igual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73736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4114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Lógicos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5661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E lógico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 OU lógico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NÃO lógico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114800" cy="1737360"/>
          </a:xfrm>
          <a:prstGeom prst="rect">
            <a:avLst/>
          </a:prstGeom>
          <a:solidFill>
            <a:srgbClr val="E3F2FD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114800" cy="41148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46320" y="3108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Atribuição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5661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Atribui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 Soma e atribui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-= Subtrai e atribui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 Incremento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Decremento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🔀 if/else — Controle de Temperatura em Caldeira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T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T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Controle de Temperatura — Caldeira a Vapor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#define TEMP_EMERGENCIA  95.0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°C — desligamento imediato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TEMP_ALERTA      85.0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°C — acionar válvula de alívio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TEMP_OPERACIONAL 70.0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°C — faixa normal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float temp = 88.3;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leitura do sensor PT100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"Caldeira — Temp: %.1f C\n"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temp);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(temp &gt;= TEMP_EMERGENCIA)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"[EMERGENCIA] Desligar queimador!\n"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"[EMERGENCIA] Acionar sirene de evacuacao!\n"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(temp &gt;= TEMP_ALERTA)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"[ALERTA] Abrir valvula de alivio!\n"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"[ALERTA] Reduzir carga do queimador!\n"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(temp &gt;= TEMP_OPERACIONAL)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"[OK] Operacao normal — continuar\n"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"[AVISO] Temp abaixo do minimo — aumentar carga\n"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}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Saida: [ALERTA] Abrir valvula de alivio!</a:t>
            </a:r>
            <a:endParaRPr lang="pt-BR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🔁 for / while — Inspeção de Qualidade Industrial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T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T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Laços — Inspeção de Qualidade: Linha de Montagem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Pesos medidos (kg) de 8 peças do lote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peso[8] = {1.02, 0.98, 1.01, 1.15, 0.99, 1.00, 0.95, 1.08};
    int aprovadas = 0, reprovadas = 0;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for: inspeciona cada peça do lote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i = 0; i &lt; 8; i++) {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(peso[i] &gt;= 0.95 &amp;&amp; peso[i] &lt;= 1.05)
            aprovadas++;
        else
            reprovadas++;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"Peca %d: %.2fkg — %s\n"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     i+1, peso[i],
            (peso[i] &gt;= 0.95 &amp;&amp; peso[i] &lt;= 1.05) ?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"OK"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"FALHA"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}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while: retrabalha peças reprovadas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retrabalho = reprovadas;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(retrabalho &gt; 0)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"Retrabalhando — restam: %d\n"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retrabalho--);
    }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"Lote: %d aprovadas | %d reprovadas\n"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aprovadas, reprovadas);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pt-BR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🧩 Funções — Eficiência de Equipamento (OEE)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T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T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Funções — Eficiência Global de Equipamento (OEE)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Prototipagem das funções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calcular_oee(float disp, float desemp, float qual);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exibir_status(char *maquina, float oee);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float oee = calcular_oee(90.0, 85.0, 98.0);
    exibir_status(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"Torno CNC-07"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oee);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OEE = Disponib. x Desempenho x Qualidade / 10000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calcular_oee(float disp, float desemp, float qual) {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(disp * desemp * qual) / 10000.0;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exibir_status(char *maquina, float oee) {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"Maquina: %s — OEE: %.1f%%\n"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maquina, oee);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(oee &gt;= 85.0)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"Classe mundial\n"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(oee &gt;= 65.0)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"Desempenho aceitavel\n"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else  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"Requer melhoria urgente\n"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Saida: Maquina: Torno CNC-07 — OEE: 75.1%
// Desempenho aceitavel</a:t>
            </a:r>
            <a:endParaRPr lang="pt-BR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🔗 Ponteiros em 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Ponteiros são variáveis que armazenam endereços de memória. São um dos recursos mais poderosos da linguagem C, permitindo manipulação direta de memória, passagem de argumentos por referência e criação de estruturas dinâmicas.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10;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21031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Declara variável inteira x com valor 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*p = &amp;x;  // ponteiro para 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84124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 = 20;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3017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Modifica x via ponteiro (x agora vale 20)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printf("%d", *p);  // imprime 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dobrar(int *n) {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3931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Função que dobra valor usando ponteiro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9319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*n = (*n) * 2; }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📋 Arrays e Strings em 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114800" cy="342900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4114800" cy="4572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Arrays (Vetores)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• Coleção de elementos do mesmo tipo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• Índice começa em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• Declaração: int notas[5] = {7, 8, 9, 6, 10};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• Acesso: notas[0] retorna 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• Array 2D: int mat[3][3];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• Percorrer com laço for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</a:rPr>
              <a:t>• sizeof(arr)/sizeof(arr[0]) = tamanho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114800" cy="3429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114800" cy="45720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Strings (Cadeias de Caracteres)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4037"/>
                </a:solidFill>
              </a:rPr>
              <a:t>• Em C, strings são arrays de char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D4037"/>
                </a:solidFill>
              </a:rPr>
              <a:t>• char nome[] = "Linguagem C";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D4037"/>
                </a:solidFill>
              </a:rPr>
              <a:t>• Finaliza com caractere nulo \0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D4037"/>
                </a:solidFill>
              </a:rPr>
              <a:t>• Funções: strlen(), strcpy(), strcat()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D4037"/>
                </a:solidFill>
              </a:rPr>
              <a:t>• Biblioteca: #include &lt;string.h&gt;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D4037"/>
                </a:solidFill>
              </a:rPr>
              <a:t>• printf("%s", nome); imprime a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D4037"/>
                </a:solidFill>
              </a:rPr>
              <a:t>• scanf("%s", nome); lê uma string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🏛️ struct — Ficha de Equipamento Industrial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T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T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struct — Ficha de Equipamento Industrial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Equipamento {
    int   id;
    char  tag[16];   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ex: "CMP-201A"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 descricao[40];
    float temp_atual;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°C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temp_limite;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°C — máx. permitido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horas_manut;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horas até próx. manutenção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operando;  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= sim, 0 = não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struct Equipamento eq = {
        201,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"CMP-201A"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"Compressor de Ar Parafuso"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 78.4, 95.0, 312, 1
    };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"[%s] %s\n"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eq.tag, eq.descricao);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"Temp: %.1f/%.1f C  Manut: %dh\n"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eq.temp_atual, eq.temp_limite, eq.horas_manut);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"Status: %s\n"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eq.operando ?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"OPERANDO"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"PARADO"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Saida: [CMP-201A] Compressor de Ar Parafuso
// Temp: 78.4/95.0 C  Manut: 312h  Status: OPERANDO</a:t>
            </a:r>
            <a:endParaRPr lang="pt-BR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⌨️ Entrada e Saída Padrão em 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Internet das Coisas  |  Prof. Mizael Carlos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</a:rPr>
              <a:t>A biblioteca stdio.h fornece funções para entrada e saída de dados. São as funções mais utilizadas em programas C para interação com o usuário.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Imprime texto formatado na saída padrão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411480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Lê entrada formatada do teclado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114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02920" y="2651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putchar() / getchar()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651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Escreve/lê um único caractere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651760"/>
            <a:ext cx="4114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92040" y="2651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fprintf() / fscanf()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2651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Entrada/saída em arquivos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411480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02920" y="3383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sprintf()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3383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Formata string e armazena em buffer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383280"/>
            <a:ext cx="411480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892040" y="3383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fgets() / fputs()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3383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Lê/escreve linha em arquivo ou console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4114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02920" y="4114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fopen() / fclose()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4114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Abre e fecha arquivos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4114800"/>
            <a:ext cx="4114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892040" y="4114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fread() / fwrite()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4114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Lê/escreve blocos binários em arquivo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⌨️ printf / scanf — Entrada e Saída Formatada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T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T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printf e scanf — Entrada e Saída Formatada
// Especificadores: %d %f %c %s %ld %u %x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--- Variáveis de entrada do operador ---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id_op;
    char  nome[30];
    float temp_lida;
    int   qtd_pecas;
    char  turno;    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'A', 'B' ou 'C'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--- scanf: lê dados digitados pelo operador ---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 do operador: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&amp;id_op);    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%d = inteiro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"Nome: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"%29s"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nome);     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%s = string (max 29 chars)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"Temperatura lida (°C):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"%f"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&amp;temp_lida);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%f = float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"Qtd peças produzidas: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&amp;qtd_pecas);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"Turno (A/B/C):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%c"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&amp;turno);   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 %c' ignora espaço anterior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--- printf: exibe relatório formatado ---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"\n=== Registro de Producao ===\n"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"Operador %d: %-20s Turno %c\n"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id_op, nome, turno);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"Temperatura: %7.2f C\n"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temp_lida);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"Pecas:       %7d un\n"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qtd_pecas);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pt-BR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📁 E/S em Arquivo — Log de Eventos Industriais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T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T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E/S em Arquivo — Log de Eventos Industriais
// fopen, fprintf, fscanf, fclose, sprintf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#include &lt;time.h&gt;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float temp  = 91.3;
    float pressao = 10.8;
    int   alarme = 1;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sprintf: formata string em buffer (sem imprimir)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mensagem[100];
    sprintf(mensagem,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"[ALARME] Temp=%.1f C Pressao=%.1f bar"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temp, pressao);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mensagem);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fopen: abre (ou cria) arquivo para escrita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 *log = fopen(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"log_industrial.txt"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(log == NULL)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 ao abrir arquivo!\n"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1;
    }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fprintf: escreve no arquivo (igual ao printf)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fprintf(log,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"Temp: %.2f C | Pressao: %.2f bar | Alarme: %d\n"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     temp, pressao, alarme);
    fclose(log);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SEMPRE fechar o arquivo!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 gravado em log_industrial.txt\n"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fopen modo leitura + fscanf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 *leitura = fopen(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"config.txt"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float temp_max;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(leitura) {
        fscanf(leitura,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"%f"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&amp;temp_max);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 max config: %.1f C\n"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temp_max);
        fclose(leitura);
    }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pt-BR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🔄 do...while + switch — Painel de Controle CNC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T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T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do...while + switch — Painel de Controle CNC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int opcao;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do...while garante que o menu aparece ao menos uma vez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"\n=== CNC Fresadora Industrial ===\n"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"1 - Iniciar ciclo de usinagem\n"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"2 - Verificar status dos sensores\n"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"3 - Calibrar ferramenta zero\n"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"4 - Emitir relatorio de producao\n"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"0 - Parada de emergencia\n&gt;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&amp;opcao);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switch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(opcao) {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1: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"Iniciando usinagem...\n"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2: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"Sensores: todos OK\n"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3: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"Calibrando zero-peca...\n"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4: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"Gerando relatorio PDF...\n"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0: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"PARADA DE EMERGENCIA!\n"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default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"Opcao invalida!\n"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}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while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(opcao != 0);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pt-BR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💡 Exercício 1 — Variáveis e Tipos de Dados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 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 te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 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 te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Exercício 1 — Variáveis e Tipos de Dados
// Objetivo: calcular a média de 3 notas de um aluno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char  nome[]   = 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"Maria Silva"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    int   matricula = 2024001;
    float nota1 = 8.5;
    float nota2 = 7.0;
    float nota3 = 9.0;
    float media;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Calcula a média aritmética simples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media = (nota1 + nota2 + nota3) / 3.0;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Exibe os dados do aluno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"Aluno: %s\n"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nome);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"Matricula: %d\n"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matricula);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1: %.1f  Nota 2: %.1f  Nota 3: %.1f\n"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    nota1, nota2, nota3);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"Media Final: %.2f\n"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media);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Saida: Aluno: Maria Silva | Matricula: 2024001
// Media Final: 8.17</a:t>
            </a:r>
            <a:endParaRPr lang="pt-BR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💡 Exercício 1 — Continuação: Situação do Aluno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 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 te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 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 te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Exercício 1 — Continuação: Classificar a situação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float nota1 = 8.5, nota2 = 7.0, nota3 = 9.0;
    float media = (nota1 + nota2 + nota3) / 3.0;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"Media: %.2f —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media);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(media &gt;= 7.0)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(media &gt;= 5.0)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"RECUPERACAO\n"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"REPROVADO\n"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}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Saida: Media: 8.17 — APROVADO
// Conceito: variáveis float, operadores aritméticos, if/else</a:t>
            </a:r>
            <a:endParaRPr lang="pt-BR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💡 Exercício 2 — Constantes e Operadores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 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 te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 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 te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Exercício 2 — Constantes e Operadores
// Objetivo: calcular área e perímetro de um círculo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#define PI 3.14159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constante de pré-processador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float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raio = 5.0;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const: não pode mudar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area, perimetro;
    area      = PI * raio * raio;
    perimetro = 2.0 * PI * raio;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"=== Círculo ===\n"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"Raio:      %.2f cm\n"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raio);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"Area:      %.4f cm²\n"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area);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"Perimetro: %.4f cm\n"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perimetro);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Area: 78.5398 cm² | Perimetro: 31.4159 cm</a:t>
            </a:r>
            <a:endParaRPr lang="pt-BR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💡 Exercício 2 — Continuação: Comparando Círculos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 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 te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 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 te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Exercício 2 — Continuação: Comparar dois círculos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#define PI 3.14159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float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r1 = 5.0, r2 = 3.0;
    float a1 = PI * r1 * r1;
    float a2 = PI * r2 * r2;
    float diferenca = a1 - a2;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"Circulo 1 (r=%.0f): Area = %.2f\n"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r1, a1);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"Circulo 2 (r=%.0f): Area = %.2f\n"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r2, a2);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"Diferenca de areas:  %.2f\n"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diferenca);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(a1 &gt; a2)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"Circulo 1 é maior.\n"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else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"Circulo 2 é maior.\n"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Saida: Area1=78.54 | Area2=28.27 | Diferenca=50.27</a:t>
            </a:r>
            <a:endParaRPr lang="pt-BR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💡 Exercício 3 — Controle if/else: Sinal e Paridade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 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 te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 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 te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Exercício 3 — Controle de Fluxo: if / else
// Objetivo: classificar número e verificar paridade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int num;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"Digite um numero inteiro: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&amp;num);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Verifica sinal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(num &gt; 0)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 numero %d e POSITIVO\n"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num);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(num &lt; 0)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 numero %d e NEGATIVO\n"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num);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 numero digitado e ZERO\n"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}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Verifica paridade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(num % 2 == 0)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 PAR\n"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else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 IMPAR\n"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pt-BR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💡 Exercício 3 — Continuação: Conceito por Faixa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 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 te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 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 te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Exercício 3 — Continuação: Classificação por Faixa
// Classifica nota de 0-10 com conceito A, B, C, D ou F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float nota;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"Digite a nota (0-10):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"%f"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&amp;nota);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(nota &gt;= 9.0)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"Conceito A — Excelente\n"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(nota &gt;= 7.0)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"Conceito B — Bom\n"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(nota &gt;= 5.0)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"Conceito C — Regular\n"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(nota &gt;= 3.0)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"Conceito D — Insuficiente\n"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else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"Conceito F — Reprovado\n"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Entrada: 8.5 → Conceito B — Bom
// Entrada: 4.0 → Conceito D — Insuficiente</a:t>
            </a:r>
            <a:endParaRPr lang="pt-BR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💡 Exercício 4 — switch/case: Calculadora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 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 te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 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 te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Exercício 4 — switch/case: Calculadora
// Realiza operação matemática escolhida pelo usuário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float a, b, resultado;
    char  op;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"Digite: numero operador numero\n"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"Exemplo: 10 + 5\n&gt;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"%f %c %f"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&amp;a, &amp;op, &amp;b);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(op) {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'+'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resultado = a + b;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'-'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resultado = a - b;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'*'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resultado = a * b;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'/'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(b != 0)
                resultado = a / b;
            else {
        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"Erro: divisao por zero!\n"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1;
            }
           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    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"Operador invalido!\n"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1;
    }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"Resultado: %.2f\n"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resultado);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pt-BR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💡 Exercício 4 — Continuação: Meses do Ano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 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 te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 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 te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Exercício 4 — Continuação: Dias e Meses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int mes;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"Digite o numero do mes (1-12):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&amp;mes);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(mes) {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1: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"Janeiro — 31 dias\n"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2: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"Fevereiro — 28/29 dias\n"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3: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"Marco — 31 dias\n"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4: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"Abril — 30 dias\n"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5: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"Maio — 31 dias\n"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6: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"Junho — 30 dias\n"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7: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"Julho — 31 dias\n"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8: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"Agosto — 31 dias\n"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9: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"Setembro — 30 dias\n"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10: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"Outubro — 31 dias\n"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11: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"Novembro — 30 dias\n"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12: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"Dezembro — 31 dias\n"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break;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"Mes invalido!\n"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}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Entrada: 3 → Marco — 31 dias</a:t>
            </a:r>
            <a:endParaRPr lang="pt-BR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💡 Exercício 5 — Laço for: Tabuada Completa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 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 te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 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 te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Exercício 5 — Laço for: Tabuada Completa
// Exibe tabuada de 1 a 10 de um número digitado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int n, i;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"Digite um numero: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&amp;n);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"\n======= Tabuada do %d =======\n"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= 1; i &lt;= 10; i++)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"%2d x %2d = %3d\n"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n, i, n * i);
    }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"==============================\n"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Entrada: 7
//  7 x  1 =   7
//  7 x  2 =  14  ...  7 x 10 =  70</a:t>
            </a:r>
            <a:endParaRPr lang="pt-BR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💡 Exercício 5 — Continuação: Laços for Aninhados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 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 te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 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 te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Exercício 5 — Continuação: Tabuada de 1 a N
// Exibe tabuada de TODOS os números de 1 até N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int n, i, j;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"Ate qual numero?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&amp;n);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Laço externo: percorre cada número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= 1; i &lt;= n; i++)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"\n--- Tabuada do %d ---\n"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i);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Laço interno: multiplica por 1 a 10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(j = 1; j &lt;= 10; j++) {
    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 x %2d = %3d\n"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i, j, i * j);
        }
    }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Entrada: 3 → exibe tabuadas do 1, 2 e 3
// Conceito: laços for aninhados (nested loops)</a:t>
            </a:r>
            <a:endParaRPr lang="pt-BR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💡 Exercício 6 — Laço while: Somatório e Fatorial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 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 te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 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 te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Exercício 6 — Laço while: Somatório e Fatorial
// Calcula soma e fatorial usando while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int n;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"Digite N (inteiro positivo):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&amp;n);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--- Somatório usando while ---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 = 1, soma = 0;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&lt;= n) {
        soma += i;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acumula: 1+2+3+...+n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i++;
    }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"Soma de 1 a %d = %d\n"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n, soma);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--- Fatorial usando while ---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fat = 1;
    i = 1;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&lt;= n) {
        fat *= i;    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multiplica: 1*2*3*...*n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i++;
    }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"%d! = %ld\n"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n, fat);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pt-BR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Title"/>
          <p:cNvSpPr/>
          <p:nvPr/>
        </p:nvSpPr>
        <p:spPr>
          <a:xfrm>
            <a:off x="274320" y="82296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💡 Exercício 6 — Continuação: do...while com Validação</a:t>
            </a:r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2196F3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Footer bg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47A1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Footer text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FFFFFF"/>
                </a:solidFill>
              </a:rPr>
              <a:t>Internet das Coisas  |  Prof. Mizael Carlos</a:t>
            </a:r>
          </a:p>
        </p:txBody>
      </p:sp>
      <p:sp>
        <p:nvSpPr>
          <p:cNvPr id="7" name="Code bg"/>
          <p:cNvSpPr/>
          <p:nvPr/>
        </p:nvSpPr>
        <p:spPr>
          <a:xfrm>
            <a:off x="274320" y="1005840"/>
            <a:ext cx="8595360" cy="3840120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Code text"/>
          <p:cNvSpPr/>
          <p:nvPr/>
        </p:nvSpPr>
        <p:spPr>
          <a:xfrm>
            <a:off x="365760" y="1066800"/>
            <a:ext cx="8412480" cy="371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Exercício 6 — Continuação: do...while com Validação
// Garante que o usuário digita número válido (1-10)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#include &lt;stdio.h&gt;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
    int n, tentativas = 0;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do...while: executa AO MENOS uma vez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"Digite um numero entre 1 e 10: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scanf(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&amp;n);
        tentativas++;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 &lt; 1 || n &gt; 10)
    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"Valor invalido! Tente novamente.\n"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while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 &lt; 1 || n &gt; 10);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"Numero aceito: %d\n"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n);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"Tentativas: %d\n"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tentativas);
</a:t>
            </a:r>
            <a:r>
              <a:rPr lang="pt-BR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Exibe contagem regressiva
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"Contagem: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 &gt; 0) {
    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 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n--);
    }
    printf(</a:t>
            </a:r>
            <a:r>
              <a:rPr lang="pt-BR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"GO!\n"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pt-BR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pt-BR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
</a:t>
            </a:r>
            <a:r>
              <a:rPr lang="pt-BR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pt-B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6253</Words>
  <Application>Microsoft Office PowerPoint</Application>
  <PresentationFormat>Apresentação na tela (16:9)</PresentationFormat>
  <Paragraphs>284</Paragraphs>
  <Slides>34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7" baseType="lpstr"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- Linguagem de Programação de Baixo Nível</dc:title>
  <dc:subject>PptxGenJS Presentation</dc:subject>
  <dc:creator>Mizael Carlos</dc:creator>
  <cp:lastModifiedBy>Mizael Carlos</cp:lastModifiedBy>
  <cp:revision>2</cp:revision>
  <dcterms:created xsi:type="dcterms:W3CDTF">2026-02-18T21:30:54Z</dcterms:created>
  <dcterms:modified xsi:type="dcterms:W3CDTF">2026-02-23T15:03:37Z</dcterms:modified>
</cp:coreProperties>
</file>