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368" y="1971926"/>
            <a:ext cx="8399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Testes Unitários e Depuração em PHP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72518" y="2801020"/>
            <a:ext cx="599896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Garantindo a Qualidade e Confiabilidade do seu Código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Mizael Carlos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3634383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Visão Geral: Testes Unitários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57250"/>
            <a:ext cx="29668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189" y="857250"/>
            <a:ext cx="784718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são?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Testes que validam a menor unidade de código (funções ou métodos)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forma isolada.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560184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1560184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Garantir que cada parte do sistema funcione exatamente como o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esperado antes da integração.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63118"/>
            <a:ext cx="285750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250" y="2263118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Ferramenta Principal: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ecossistema PHP, o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PHPUnit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framework padrão para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de testes.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2" name="Text 6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3452217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que Testar seu Código?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072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0287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Prevenção de Regressões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8719" y="1271588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Garante que novas alterações não quebrem funcionalidades que já estavam funcionando.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0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484" y="120729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844" y="928688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Documentação Viva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07844" y="1171575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testes servem como exemplos práticos e atualizados de como o código deve se comportar.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8625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36006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8719" y="2157413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Facilidade no Refactoring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78719" y="2400300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alterar e melhorar a estrutura interna do código com total segurança.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57750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233600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844" y="20574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Qualidade de Entrega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07844" y="2300288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Aumenta a confiança da equipe e reduz drasticamente o número de bugs em produção.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2" name="Text 1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4291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Prático: Classe Solicitante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942975"/>
            <a:ext cx="2500313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classe </a:t>
            </a:r>
            <a:r>
              <a:rPr lang="en-US" sz="1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Solicitante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representa a 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entidade principal do nosso 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gestão.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28625" y="1854501"/>
            <a:ext cx="2500313" cy="8972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Ela contém atributos privados e 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</a:t>
            </a:r>
            <a:r>
              <a:rPr lang="en-US" sz="1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Getters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1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Setters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manipulação segura dos dados.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8625" y="2908902"/>
            <a:ext cx="2500313" cy="8972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Vamos focar no teste dos métodos de atribuição e recuperação de valores.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071813" y="785813"/>
            <a:ext cx="5643563" cy="37147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3071813" y="785813"/>
            <a:ext cx="5643563" cy="3714750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namespace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App\Model;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Solicitante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{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$id;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$nome;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private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$setor;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function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getNome() {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return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$this-&gt;nome;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function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setNome($nome) {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$this-&gt;nome = $nome;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... outros getters e setters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8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1" name="Text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561284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Criando um Teste Unitário (PHPUnit)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 de como testar se os métodos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setNome</a:t>
            </a: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getNome</a:t>
            </a: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estão funcionando corretamente.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PHPUnit\Framework\TestCase;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use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App\Model\Solicitante;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class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SolicitanteTest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extends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TestCase {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public function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testSetAndGetNome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() {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$solicitante = 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new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Solicitante();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$nomeTeste = </a:t>
            </a:r>
            <a:r>
              <a:rPr lang="en-US" sz="9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"João Silva"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$solicitante-&gt;setNome($nomeTeste);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Verifica se o valor retornado é igual ao definido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$this-&gt;</a:t>
            </a:r>
            <a:r>
              <a:rPr lang="en-US" sz="9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assertEquals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($nomeTeste, $solicitante-&gt;getNome());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647009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Introdução à Depuração (Debugging)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57250" y="1000125"/>
            <a:ext cx="7715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é?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processo sistemático de identificar, localizar e corrigir 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erros (bugs) no código-fonte de um software.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40223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Mentalidade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apenas consertar erros, mas entender profundamente o fluxo de execução do programa.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140223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7185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Eficiência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7185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drasticamente o tempo gasto tentando adivinhar a causa de um comportamento inesperado.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2140223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22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Estabilidade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722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Melhora a robustez da aplicação ao tratar casos de borda e falhas silenciosas.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6" name="Text 10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405765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Técnicas Comuns de Depuração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8583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928688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Impressão de Variáveis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57250" y="1234083"/>
            <a:ext cx="167699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funções como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2534245" y="1239441"/>
            <a:ext cx="964964" cy="205383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Text 5"/>
          <p:cNvSpPr/>
          <p:nvPr/>
        </p:nvSpPr>
        <p:spPr>
          <a:xfrm>
            <a:off x="2534245" y="1239441"/>
            <a:ext cx="964964" cy="20538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var_dump()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499210" y="1234083"/>
            <a:ext cx="892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588507" y="1239441"/>
            <a:ext cx="877035" cy="205383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8"/>
          <p:cNvSpPr/>
          <p:nvPr/>
        </p:nvSpPr>
        <p:spPr>
          <a:xfrm>
            <a:off x="3588507" y="1239441"/>
            <a:ext cx="877035" cy="20538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print_r()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465541" y="1234083"/>
            <a:ext cx="18038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645921" y="1239441"/>
            <a:ext cx="525345" cy="205383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1"/>
          <p:cNvSpPr/>
          <p:nvPr/>
        </p:nvSpPr>
        <p:spPr>
          <a:xfrm>
            <a:off x="4645921" y="1239441"/>
            <a:ext cx="525345" cy="20538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die()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171266" y="1234083"/>
            <a:ext cx="341471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inspecionar valores e tipos de dados em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57250" y="1473398"/>
            <a:ext cx="150733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de execução.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993106"/>
            <a:ext cx="17145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7250" y="1935956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Logs de Erro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57250" y="2241352"/>
            <a:ext cx="50720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dos arquivos de log do servidor (Apache/Nginx) ou do PHP (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29313" y="2246709"/>
            <a:ext cx="877035" cy="205383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2" name="Text 17"/>
          <p:cNvSpPr/>
          <p:nvPr/>
        </p:nvSpPr>
        <p:spPr>
          <a:xfrm>
            <a:off x="5929313" y="2246709"/>
            <a:ext cx="877035" cy="20538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error_log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806347" y="2241352"/>
            <a:ext cx="154483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para rastrear falhas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7250" y="2480667"/>
            <a:ext cx="85903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silenciosas.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00037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7250" y="2943225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Ferramentas Avançadas (Xdebug)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57250" y="3225403"/>
            <a:ext cx="7858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Extensão poderosa que permite depuração passo a passo, uso de </a:t>
            </a:r>
            <a:r>
              <a:rPr lang="en-US" sz="115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breakpoints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inspeção profunda da </a:t>
            </a: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pilha de chamadas.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9" name="Text 23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395228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Simples de Depuração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identificar por que um cálculo não está retornando o valor esperado usando PHP puro.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14325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117997"/>
            <a:ext cx="8286750" cy="3143250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&lt;?php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Exemplo de depuração manual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$valorTotal = 100;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$desconto = </a:t>
            </a:r>
            <a:r>
              <a:rPr lang="en-US" sz="9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"10"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 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Erro comum: tipo string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$resultado = $valorTotal - $desconto;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Depurando para entender os tipos e valores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echo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"&lt;pre&gt;"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var_dump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($valorTotal); 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int(100)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var_dump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($desconto); 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string(2) "10"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var_dump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($resultado); </a:t>
            </a:r>
            <a:r>
              <a:rPr lang="en-US" sz="950" dirty="0">
                <a:solidFill>
                  <a:srgbClr val="6A995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int(90) - PHP faz coerção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echo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"&lt;/pre&gt;"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</a:t>
            </a:r>
            <a:r>
              <a:rPr lang="en-US" sz="950" dirty="0">
                <a:solidFill>
                  <a:srgbClr val="DCDCAA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die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(</a:t>
            </a:r>
            <a:r>
              <a:rPr lang="en-US" sz="950" dirty="0">
                <a:solidFill>
                  <a:srgbClr val="CE9178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"Fim da depuração."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);</a:t>
            </a:r>
            <a:r>
              <a:rPr lang="en-US" sz="950" dirty="0">
                <a:solidFill>
                  <a:srgbClr val="D4D4D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569C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?&gt;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29480"/>
            <a:ext cx="134302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71500" y="1030123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31" y="1165854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1000125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Testes Unitários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são fundamentais para evitar que erros cheguem ao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 final e garantir a integridade do sistema.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71500" y="1911651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20473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1881653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Depuração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uma habilidade essencial que permite resolver problemas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complexos através da análise do fluxo de dados.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71500" y="2793178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2928910"/>
            <a:ext cx="1714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1594" y="2763180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Boas Práticas: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Escreva testes enquanto desenvolve (TDD) e utilize logs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monitorar o comportamento em produção.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5" name="Text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099356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272730" y="2553807"/>
            <a:ext cx="2598539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Dúvidas?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3309342" y="3577568"/>
            <a:ext cx="252531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Obrigado pela atenção!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0" y="4714875"/>
            <a:ext cx="914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de Aplicativos | Prof. Mizael Carlos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2026-05-07T12:55:45Z</dcterms:created>
  <dcterms:modified xsi:type="dcterms:W3CDTF">2026-05-07T12:55:45Z</dcterms:modified>
</cp:coreProperties>
</file>