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0" r:id="rId4"/>
    <p:sldId id="271" r:id="rId5"/>
    <p:sldId id="272" r:id="rId6"/>
    <p:sldId id="262" r:id="rId7"/>
    <p:sldId id="27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917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71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2368" y="1971926"/>
            <a:ext cx="839926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Requisitos de Sistemas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72518" y="2801020"/>
            <a:ext cx="599896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Negócio, Requisitos Funcionais, Não Funcionais e Técnicas de Análise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Mizael Carlos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78000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Geral: Requisitos de Sistemas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857250"/>
            <a:ext cx="29668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189" y="857250"/>
            <a:ext cx="784718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Definição: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Requisitos de sistemas são descrições das funções, restrições e propriedades que um sistema deve ter para satisfazer as necessidades dos seus usuários e partes interessadas.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560184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7250" y="1560184"/>
            <a:ext cx="78581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Importância: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engenharia de requisitos é a base de qualquer projeto de software bem-sucedido. Requisitos mal definidos são a principal causa de falhas em projetos de TI no mundo.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263118"/>
            <a:ext cx="285750" cy="285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7250" y="2263118"/>
            <a:ext cx="78581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Classificação: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Os requisitos classificam-se em: Regras de Negócio, Requisitos Funcionais e Requisitos Não Funcionais — cada um com papel distinto.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0" y="2966052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/>
          <p:nvPr/>
        </p:nvSpPr>
        <p:spPr>
          <a:xfrm>
            <a:off x="0" y="2966052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3452217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 de Negócio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729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0287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Conceito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78719" y="1271588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Regra de Negócio é uma diretriz, política ou restrição que governa como a organização opera. Não é funcionalidade do sistema, mas sim uma lei do negócio.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57750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484" y="1207294"/>
            <a:ext cx="250031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07844" y="928688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Exemplos Práticos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607844" y="1171575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“Desconto de 10% para compras acima de R$500” • “CPF obrigatório para emissão de nota fiscal” • “Funcionário só pode aprovar despesas até R$1.000”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8625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36006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8719" y="2157413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78719" y="2400300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Vem do domínio do negócio (não da TI), pode existir independente do sistema e orienta os requisitos funcionais e não funcionais.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857750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336006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07844" y="20574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Documentação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607844" y="2300288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RNs devem ser registradas em um Documento de Regras de Negócio com identificação, descrição, fonte e prioridade de cada regra.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4561284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 Funcional (RF)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785813"/>
            <a:ext cx="8286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Requisito Funcional descreve </a:t>
            </a:r>
            <a:r>
              <a:rPr lang="en-US" sz="11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o sistema deve fazer</a:t>
            </a: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funcionalidades, comportamentos e </a:t>
            </a:r>
            <a:r>
              <a:rPr lang="en-US" sz="11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interações que o sistema deve oferecer ao usuário.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28625" y="1117997"/>
            <a:ext cx="8286750" cy="30003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117997"/>
            <a:ext cx="8286750" cy="3000375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O que é um RF?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Descreve uma função específica do sistema. Ex: “O sistema deve permitir o cadastro de clientes com nome, CPF e e-mail.”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Estrutura de um RF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Identificador (RF01), nome, descrição, ator, prioridade (Alta/Média/Baixa) e critérios de aceitação.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Exemplos de RF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RF01: Autenticar usuário. RF02: Emitir relatório de vendas. RF03: Enviar notificação por e-mail. RF04: Calcular desconto automático.</a:t>
            </a:r>
          </a:p>
        </p:txBody>
      </p:sp>
      <p:sp>
        <p:nvSpPr>
          <p:cNvPr id="8" name="Shape 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4647009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 Não Funcional (RNF)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57250" y="1000125"/>
            <a:ext cx="77152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Definição: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Um Requisito Não Funcional define como o sistema se comporta: qualidade, desempenho, segurança e outras restrições técnicas.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140223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Desempenho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deve responder em até 2 segundos para 95% das requisições. Ex: RNF01 – Tempo de resposta máximo de 2s.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2140223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7185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7185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senhas devem ser armazenadas com hash SHA-256. Acesso restrito por perfil de usuário. Ex: RNF02 – Criptografia de dados sensíveis.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2140223"/>
            <a:ext cx="342900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220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Usabilidade e Disponibilidade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7220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acessível em dispositivos móveis (responsiva). Sistema disponível 99,9% do tempo (SLA). Ex: RNF03 – Compatibilidade com iOS e Android.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0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84000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RF vs RNF: Diferenças e Relações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98583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928688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 Funcional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57250" y="1234083"/>
            <a:ext cx="72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à pergunta: O QUE o sistema faz? Foca em funcionalidades e interações com o usuário. Ex: “O sistema deve gerar relatório de vendas mensais.”</a:t>
            </a: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993106"/>
            <a:ext cx="17145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7250" y="1935956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 Não Funcional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57250" y="2241352"/>
            <a:ext cx="72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à pergunta: COMO o sistema se comporta? Foca em qualidade, desempenho e segurança. Ex: “O relatório deve ser gerado em menos de 3 segundos.”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57250" y="2480667"/>
            <a:ext cx="85903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00037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7250" y="2943225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Relação entre RF e RNF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57250" y="3225403"/>
            <a:ext cx="7858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RF pode ter RNFs associados que definem sua qualidade de entrega. Ambos são fundamentais e complementares na especificação completa do sistema.  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84000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Técnicas de Análise de Requisitos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785813"/>
            <a:ext cx="8286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Principais técnicas utilizadas na Engenharia de Requisitos para elicitar, documentar e validar requisitos de sistemas.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28625" y="1117997"/>
            <a:ext cx="8286750" cy="3143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117997"/>
            <a:ext cx="8286750" cy="3143250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1. Entrevistas: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Diálogo estruturado com stakeholders para identificar necessidades e expectativas sobre o sistema.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2. Questionários: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Coleta de dados com muitos usuários simultaneamente. Útil para priorização e validação de requisitos.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3. Observação (Etnografia):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Análise do ambiente real de trabalho do usuário para identificar requisitos implícitos não verbalizados.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4. Prototipação: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Criação de modelos visuais (wireframes) para validação e refinamento de requisitos com usuários.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5. Análise de Documentos: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Revisão de manuais, fluxos e sistemas existentes para extrair requisitos de sistemas legados.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6. Workshops (JAD/RAD):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Sessões colaborativas com usuários e analistas para levantamento e validação rápida de requisitos.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7. Casos de Uso: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Modelagem das interações entre atores e sistema, descrevendo fluxos principais e alternativos.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8. Histórias de Usuário (User Stories):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Técnica ágil: “Como [usuário], quero [funcionalidade], para [objetivo]”. Simples e centr. no valor.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>9. Rastreabilidade de Requisitos: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Matriz que vincula cada requisito a sua fonte, casos de teste e componentes do sistema.</a:t>
            </a:r>
          </a:p>
        </p:txBody>
      </p:sp>
      <p:sp>
        <p:nvSpPr>
          <p:cNvPr id="8" name="Shape 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134302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71500" y="1030123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1" y="1165854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1594" y="1000125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Engenharia de Requisitos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é a base de qualquer projeto de software de sucesso. Sem requisitos claros, sistemas falham e custos explodem.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71500" y="1911651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31" y="204738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1594" y="1881653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Regras de Negócio, RF e RNF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formam a trindade essencial da especificação de sistemas — cada um com papel próprio, todos interdependentes.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71500" y="2793178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2928910"/>
            <a:ext cx="1714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1594" y="2763180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Passos: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Pratique escrevendo requisitos para um sistema real, aplique as técnicas de elicitação e construa seus primeiros diagramas UML.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Apresentação na tela (16:9)</PresentationFormat>
  <Paragraphs>65</Paragraphs>
  <Slides>8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Inter</vt:lpstr>
      <vt:lpstr>Inter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Mizael Carlos</cp:lastModifiedBy>
  <cp:revision>2</cp:revision>
  <dcterms:created xsi:type="dcterms:W3CDTF">2026-05-07T12:55:45Z</dcterms:created>
  <dcterms:modified xsi:type="dcterms:W3CDTF">2026-05-14T11:18:28Z</dcterms:modified>
</cp:coreProperties>
</file>