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108960" cy="3108960"/>
          </a:xfrm>
          <a:prstGeom prst="ellipse">
            <a:avLst/>
          </a:prstGeom>
          <a:solidFill>
            <a:srgbClr val="0097A7">
              <a:alpha val="20000"/>
            </a:srgbClr>
          </a:solidFill>
          <a:ln w="12700">
            <a:solidFill>
              <a:srgbClr val="0097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365760"/>
            <a:ext cx="2011680" cy="201168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017520"/>
            <a:ext cx="2286000" cy="2286000"/>
          </a:xfrm>
          <a:prstGeom prst="ellipse">
            <a:avLst/>
          </a:prstGeom>
          <a:solidFill>
            <a:srgbClr val="0097A7">
              <a:alpha val="6000"/>
            </a:srgbClr>
          </a:solidFill>
          <a:ln w="12700">
            <a:solidFill>
              <a:srgbClr val="0097A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73152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731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Controle de Versão com Git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143000"/>
            <a:ext cx="6949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A237E"/>
                </a:solidFill>
              </a:rPr>
              <a:t>Controle de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A237E"/>
                </a:solidFill>
              </a:rPr>
              <a:t>Versão com Git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66928" y="2496312"/>
            <a:ext cx="286207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59689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97A7"/>
                </a:solidFill>
              </a:rPr>
              <a:t>Fundamentos, Branches, GitHub e Boas Práticas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311810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Curso Técnico de Desenvolvimento de Sistemas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712464"/>
            <a:ext cx="4087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5C0"/>
                </a:solidFill>
              </a:rPr>
              <a:t>Prof. Mizael Carlos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 que é Controle de Versão?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Controle de versão é um sistema que registra alterações em arquivos ao longo do tempo, permitindo rastrear mudanças, recuperar versões e trabalhar em equipe com segurança.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88920" cy="30175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463040"/>
            <a:ext cx="777240" cy="7772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Rastrear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Registra quem alterou, quando, o que e por quê. Todo o histórico fica disponível para consulta a qualquer momento.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788920" cy="30175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46304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23317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Colaborar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Múltiplos desenvolvedores trabalham simultaneamente no mesmo projeto sem sobrescrever o trabalho uns dos outros.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98448"/>
            <a:ext cx="2788920" cy="30175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1463040"/>
            <a:ext cx="777240" cy="7772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36208" y="23317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</a:rPr>
              <a:t>Recuperar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Volte a qualquer versão anterior do projeto com um único comando. Nunca perca trabalho por engano ou experimento.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407408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37E"/>
                </a:solidFill>
              </a:rPr>
              <a:t>💡  Sem controle de versão: Projeto_Final_AgoraVai.zip. Com Git: histórico completo, organizado e rastreável.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Por que usar Git? Benefícios no Desenvolvimento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2296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Principais Benefícios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" y="1261872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Nenhuma alteração é perdida — histórico completo disponível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179222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764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Múltiplos devs trabalham simultaneamente no mesmo projeto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" y="2322576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2951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Branches para experimentar sem afetar o código principal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" y="2852928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8254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Integração com GitHub, GitLab, Bitbucket e Azure DevOps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" y="338328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⚙️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Compatível com pipelines de CI/CD e deploy automatizado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" y="3913632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Pré-requisito em praticamente toda vaga de desenvolvimento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06440" y="74980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06440" y="749808"/>
            <a:ext cx="1188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7A7"/>
                </a:solidFill>
              </a:rPr>
              <a:t>90%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95160" y="85953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dos projetos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profissionais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usam Git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207568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2075688"/>
            <a:ext cx="1188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00"/>
                </a:solidFill>
              </a:rPr>
              <a:t>100%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995160" y="218541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das empresas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exigem 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no processo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340156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06440" y="3401568"/>
            <a:ext cx="1188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</a:rPr>
              <a:t>1º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995160" y="351129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sistema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versão mais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usado do mundo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Conceitos Fundamentais do Git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Antes de usar o Git, é essencial compreender seus conceitos-chave. Cada termo tem um papel específico no sistema.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Conceitos Essenciais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Mais Conceitos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572768"/>
            <a:ext cx="41148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5727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Repositório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92224" y="157276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Projeto controlado pelo Git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011680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20116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Commit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2224" y="20116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Registro de alterações (snapshot)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450592"/>
            <a:ext cx="41148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45059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Branch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24505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Linha paralela de desenvolvimento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889504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288950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Merge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2224" y="288950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União de branches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328416"/>
            <a:ext cx="41148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32841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92224" y="332841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Cópia de repositório remoto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76732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37673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Pull / Push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92224" y="37673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Baixar / enviar alterações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4206240"/>
            <a:ext cx="41148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420624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Remote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92224" y="42062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Repositório remoto (GitHub etc.)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1572768"/>
            <a:ext cx="4114800" cy="420624"/>
          </a:xfrm>
          <a:prstGeom prst="rect">
            <a:avLst/>
          </a:prstGeom>
          <a:solidFill>
            <a:srgbClr val="FFF3E0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57276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Checkout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157276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Trocar de branch ou commit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2011680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01168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Staging Area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201168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Área temporária antes do commit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3168" y="2450592"/>
            <a:ext cx="4114800" cy="420624"/>
          </a:xfrm>
          <a:prstGeom prst="rect">
            <a:avLst/>
          </a:prstGeom>
          <a:solidFill>
            <a:srgbClr val="FFF3E0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45059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HEAD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Ponteiro para o commit atual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73168" y="2889504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88950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Tag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Marcador de versão (ex: v1.0)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73168" y="3328416"/>
            <a:ext cx="4114800" cy="420624"/>
          </a:xfrm>
          <a:prstGeom prst="rect">
            <a:avLst/>
          </a:prstGeom>
          <a:solidFill>
            <a:srgbClr val="FFF3E0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32841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Stash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332841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Salva mudanças temporariamente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73168" y="376732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76732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Fork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376732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Cópia independente de um repo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73168" y="4206240"/>
            <a:ext cx="4114800" cy="420624"/>
          </a:xfrm>
          <a:prstGeom prst="rect">
            <a:avLst/>
          </a:prstGeom>
          <a:solidFill>
            <a:srgbClr val="FFF3E0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420624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Rebase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55080" y="420624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Reorganiza o histórico linearmente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Arquitetura do Git — Três Áreas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O Git organiza o trabalho em três áreas distintas. Entender esse fluxo é fundamental para dominar os comandos.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E0F7FA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278892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887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Working Directory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45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Onde você edita os arquivos. Modificações ainda não rastreadas pelo Git.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25603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4871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index.html (novo)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71216"/>
            <a:ext cx="25603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8712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style.css (modificado)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63824" y="1188720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1188720"/>
            <a:ext cx="278892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1887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Staging Area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55264" y="1645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Arquivos adicionados com git add aguardam aqui antes do commit.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2487168"/>
            <a:ext cx="25603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24871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index.html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73552" y="2871216"/>
            <a:ext cx="25603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28712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style.css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1188720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F3E5F5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1188720"/>
            <a:ext cx="278892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11887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63056" y="1645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Histórico definitivo. Após git commit o snapshot fica permanentemente salvo.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1344" y="2487168"/>
            <a:ext cx="25603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24871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commit abc123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2871216"/>
            <a:ext cx="25603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28712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commit def456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44952" y="2670048"/>
            <a:ext cx="292608" cy="164592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62432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4"/>
                </a:solidFill>
              </a:rPr>
              <a:t>▶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35224" y="28895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git add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52744" y="2670048"/>
            <a:ext cx="292608" cy="164592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262432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4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43016" y="28895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git commit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git push  →  Repositório Remoto (GitHub/GitLab)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Fluxo de Trabalho e Estados dos Arquivos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O Git classifica cada arquivo em um estado. Entender o fluxo de estados é a chave para usar o Git com segurança.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11480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Fluxo Básico de Trabalho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16093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Editar Arquivo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19019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Modifique ou crie arquivos no Working Directory.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" y="23591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git add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26517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Adicione ao Stage os arquivos prontos para commit.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3108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git commit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3401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Salve o snapshot no histórico local com uma mensagem.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38587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git push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41513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Envie os commits para o repositório remoto.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1170432"/>
            <a:ext cx="411480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Estados dos Arquivos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1700784"/>
            <a:ext cx="256032" cy="256032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160934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57575"/>
                </a:solidFill>
              </a:rPr>
              <a:t>Untracked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8816" y="1609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Arquivo novo, ainda não rastreado pelo Git.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286000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19456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Modified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28816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Arquivo rastreado que foi alterado mas não está no stage.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87121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27797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Staged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8816" y="27797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Adicionado com git add. Pronto para o próximo commit.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45643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Committed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28816" y="3364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Snapshot salvo com segurança no histórico do repositório.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4041648"/>
            <a:ext cx="256032" cy="256032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95020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9E9E"/>
                </a:solidFill>
              </a:rPr>
              <a:t>Ignored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28816" y="39502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Arquivo listado no .gitignore. Git não o rastreia.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Comandos Essenciais — Parte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Os comandos mais usados no dia a dia. Domine esses e você já terá produtividade real com o Git.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5910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Mostra arquivos modificados, novos e a branch atual.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08483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84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arquivo.txt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4871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Adiciona arquivo específico ao stage.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98094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809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3383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Adiciona todos os arquivos modificados ao stage.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877056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877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" y="42793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Registra o snapshot do stage no histórico com uma mensagem.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73168" y="118872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5910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Exibe o histórico de commits (autor, data, mensagem).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208483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084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24871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Versão resumida do histórico — uma linha por commit.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298094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9809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3383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Mostra diferenças entre working directory e stage.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4572000"/>
            <a:ext cx="8631936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457200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Exemplo: echo "Olá Git" &gt; index.txt  →  git status  →  git add .  →  git commit -m "Primeiro commit"  →  git log --oneline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Comandos Essenciais — Parte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Complementando os comandos básicos: desfazendo erros, comparando versões e consultando o histórico com precisão.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863193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8631936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Desfazendo Alterações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572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88366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Corrige o último commit (mensagem ou arquivos esquecidos)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956816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56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arquivo.txt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26771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Descarta alterações no working directory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72768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572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HEAD~1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88366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Desfaz o último commit mantendo os arquivos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956816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956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226771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Desfaz commit E as alterações — IRREVERSÍVEL!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063240"/>
            <a:ext cx="86319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63240"/>
            <a:ext cx="8631936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063240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Inspecionando o Histórico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" y="3465576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4655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377647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Histórico compacto e visual com árvore de branches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849624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849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abc123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16052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Mostra o conteúdo completo de um commit específico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3465576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34655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arquivo.txt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26864" y="377647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Mostra quem alterou cada linha e em qual commit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3849624"/>
            <a:ext cx="4160520" cy="292608"/>
          </a:xfrm>
          <a:prstGeom prst="roundRect">
            <a:avLst>
              <a:gd name="adj" fmla="val 1562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849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HEAD~1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26864" y="416052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Compara o estado atual com o commit anterior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Branches — Introdução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Uma branch é uma linha paralela de desenvolvimento. Permite criar funcionalidades sem afetar o código em produção.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 que usar Branches?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✔  Isole novas funcionalidades da branch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✔  Corrija bugs sem interromper o desenvolvimento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✔  Experimente ideias sem risco de quebrar o projeto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✘  Não trabalhe direto na main em projetos reais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✘  Não esqueça de fazer merge ao concluir a 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3090672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3090672"/>
            <a:ext cx="411480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3090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Comandos de Branch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51129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Criar: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3511296"/>
            <a:ext cx="278892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35112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feature-login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84048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Listar: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3840480"/>
            <a:ext cx="278892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16966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Trocar: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4169664"/>
            <a:ext cx="278892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41696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feature-login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44988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Criar e trocar: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4498848"/>
            <a:ext cx="278892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7904" y="44988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feature-login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1170432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Diagrama de Branches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56048" y="2011680"/>
            <a:ext cx="3749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8470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1901952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1901952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1901952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2020824"/>
            <a:ext cx="54864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2752344"/>
            <a:ext cx="1463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5786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feature/login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65176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265176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020824"/>
            <a:ext cx="54864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2020824"/>
            <a:ext cx="54864" cy="1371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392424"/>
            <a:ext cx="9144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1821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hotfix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68112" y="3291840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43342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55A64"/>
                </a:solidFill>
              </a:rPr>
              <a:t>📌  Branch padrão: main (ou master em repos antigos). Cada feature merece uma branch própria.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Merge — Unindo Branches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Merge une as alterações de uma branch em outra. É a operação central da colaboração em equipe com Git.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11480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Tipos de Merge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727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Fast-Forward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5727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Sem divergência. Git avança o ponteiro da branch.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6654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Merge Commit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06654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Cria um commit de merge. Mantém o histórico real.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603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Rebase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Move commits para o topo. Histórico linear e limpo.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090672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090672"/>
            <a:ext cx="411480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090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Conflito de Merge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Ocorre quando duas branches alteram a mesma linha.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Git marca o conflito e pede decisão humana.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4048" y="4023360"/>
            <a:ext cx="3840480" cy="621792"/>
          </a:xfrm>
          <a:prstGeom prst="roundRect">
            <a:avLst>
              <a:gd name="adj" fmla="val 73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233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feature-login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170432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170432"/>
            <a:ext cx="411480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Executando um Merge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01184" y="1591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1. Ir para main: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160934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8464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01184" y="2029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2. Mesclar: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048256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8464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feature-login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468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3. Resolver: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487168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98464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edite os arquivos em conflito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01184" y="2907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4. Adicionar: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2926080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464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01184" y="33467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5. Finalizar: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364992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98464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01184" y="3785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6. Enviar: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380390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3803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01184" y="4224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Cancelar: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4242816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98464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--abort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GitHub e GitLab — Repositórios Remotos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Serviços de hospedagem Git permitem backup, colaboração, code review e integração com ferramentas de CI/CD.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2788920" cy="32918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93392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Maior plataforma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Ideal para open source e portfólio profissional. Mais de 100 milhões de repositórios.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3824" y="118872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1188720"/>
            <a:ext cx="278892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GitLab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DevOps integrado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73552" y="15727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Foco em CI/CD integrado. Muito usado em empresas com pipeline automatizado.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188720"/>
            <a:ext cx="27889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Bitbucket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08976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Ecosistema Atlassian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15727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Integração nativa com Jira e Confluence. Popular em times que usam Atlassian.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99232"/>
            <a:ext cx="8631936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99232"/>
            <a:ext cx="8631936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999232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Comandos de Repositório Remoto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" y="34015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Clonar repo: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17904" y="3419856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34198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https://github.com/usuario/projeto.git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Vincular remoto: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17904" y="3822192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2768" y="3822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https://github.com/usuario/projeto.git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42062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Enviar (push):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17904" y="4224528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72768" y="4224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18304" y="34015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Receber (pull):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88736" y="3419856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4198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18304" y="3803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Só baixar: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88736" y="3822192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822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18304" y="42062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Ver remotos: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88736" y="4224528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224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Fluxo Completo de Projeto em Equipe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Fluxo real de trabalho colaborativo: do clone ao merge na main, passando por Pull Request e Code Review.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898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2618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5910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Copia o repositório remoto para a máquina local.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21031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3042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1762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5054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Cria uma branch nova para a funcionalidade.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0175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2186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0906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4198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Adiciona e salva as alterações com mensagem clara.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39319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41330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40050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feature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3342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Envia a branch para o repositório remoto.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0016" y="11887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13898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66944" y="12618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66944" y="15910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Solicita que a branch seja revisada e mesclada.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0016" y="21031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91456" y="23042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266944" y="21762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Review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66944" y="25054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O time revisa o código, aprova ou solicita ajustes.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0016" y="30175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91456" y="32186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66944" y="30906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21808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na main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66944" y="34198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Após aprovação, o código é integrado à branch principal.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00016" y="3931920"/>
            <a:ext cx="426110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91456" y="413308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66944" y="4005072"/>
            <a:ext cx="3566160" cy="27432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266944" y="43342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Todos os devs atualizam a cópia local com o merge.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 Flow — Estratégia de Branches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Git Flow define branches com papéis específicos para organizar o desenvolvimento em equipe com entregas contínuas.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8631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2194560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2529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Produção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78608" y="1280160"/>
            <a:ext cx="6181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Código pronto para produção. Sempre estável e deployável.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8631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938528"/>
            <a:ext cx="2194560" cy="6766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751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Integração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029968"/>
            <a:ext cx="6181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Integração de features. Base para as branches de desenvolvimento.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688336"/>
            <a:ext cx="8631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688336"/>
            <a:ext cx="2194560" cy="67665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249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feature/nome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" y="30723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Funcionalidade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78608" y="2779776"/>
            <a:ext cx="6181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Nova feature. Criada a partir de develop. Ex: feature/login.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3438144"/>
            <a:ext cx="8631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438144"/>
            <a:ext cx="2194560" cy="67665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747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release/v1.0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" y="38221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Versão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8608" y="3529584"/>
            <a:ext cx="6181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Preparação de release. Saí de develop, merge em main e develop.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4187952"/>
            <a:ext cx="8631936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187952"/>
            <a:ext cx="2194560" cy="6766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2245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hotfix/nome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" y="4572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Emergência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78608" y="4279392"/>
            <a:ext cx="6181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Correção urgente. Saí de main, merge em main e develop.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" y="493776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55A64"/>
                </a:solidFill>
              </a:rPr>
              <a:t>📌  Em equipes, nunca commite direto na main. Use sempre Pull Requests para integrar código.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Mensagens de Commit Profissionais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Boas mensagens de commit tornam o histórico legível, facilitam code review e demonstram maturidade técnica.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11480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Estrutura e Tipos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descrição no imperativo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029968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299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Nova funcionalidade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468880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688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46888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Correção de bug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907792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077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Documentação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22576" y="2029968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20299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refactor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35808" y="202996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Refatoração de código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22576" y="2468880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2576" y="24688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35808" y="246888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Adição de testes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22576" y="2907792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22576" y="29077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35808" y="290779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Tarefas de manutenção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1170432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1170432"/>
            <a:ext cx="411480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Boas Mensagens ✅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01184" y="1572768"/>
            <a:ext cx="3858768" cy="329184"/>
          </a:xfrm>
          <a:prstGeom prst="roundRect">
            <a:avLst>
              <a:gd name="adj" fmla="val 111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1572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Adiciona validação de CPF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01184" y="2011680"/>
            <a:ext cx="3858768" cy="329184"/>
          </a:xfrm>
          <a:prstGeom prst="roundRect">
            <a:avLst>
              <a:gd name="adj" fmla="val 111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2011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Corrige cálculo de multa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01184" y="2450592"/>
            <a:ext cx="3858768" cy="329184"/>
          </a:xfrm>
          <a:prstGeom prst="roundRect">
            <a:avLst>
              <a:gd name="adj" fmla="val 111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450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Implementa autenticação JWT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01184" y="2889504"/>
            <a:ext cx="3858768" cy="329184"/>
          </a:xfrm>
          <a:prstGeom prst="roundRect">
            <a:avLst>
              <a:gd name="adj" fmla="val 111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28895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Atualiza README com instruções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" y="3611880"/>
            <a:ext cx="8631936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611880"/>
            <a:ext cx="8631936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611880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Mensagens Ruins ❌ — Evite!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47472" y="40050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"teste"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05456" y="40050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"ajustes"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40050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"corrigido"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21424" y="40050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1E1E2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"wip"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.gitignore — Protegendo Arquivos Sensíveis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O arquivo .gitignore diz ao Git quais arquivos e pastas devem ser ignorados. Essencial para não versionar dados sensíveis.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88920" cy="3657600"/>
          </a:xfrm>
          <a:prstGeom prst="roundRect">
            <a:avLst>
              <a:gd name="adj" fmla="val 2623"/>
            </a:avLst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27889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70432"/>
            <a:ext cx="2011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.env e Senhas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59152" y="1170432"/>
            <a:ext cx="6583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Nunca versione!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Arquivos .env contêm senhas, tokens e chaves de API. Jamais devem ir para o repositório.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Exemplos: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65176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786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80944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077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310128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369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.env.production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639312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661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secrets.json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968496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953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429768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2245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63824" y="1170432"/>
            <a:ext cx="2788920" cy="3657600"/>
          </a:xfrm>
          <a:prstGeom prst="roundRect">
            <a:avLst>
              <a:gd name="adj" fmla="val 2623"/>
            </a:avLst>
          </a:prstGeom>
          <a:solidFill>
            <a:srgbClr val="FFF8F0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1170432"/>
            <a:ext cx="278892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9544" y="1170432"/>
            <a:ext cx="2011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node_modules/ e builds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66944" y="1170432"/>
            <a:ext cx="6583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Dependências e builds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73552" y="1554480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Pastas geradas automaticamente. São pesadas, regeneradas e desnecessárias no repositório.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73552" y="2304288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Exemplos: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2651760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5786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2980944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29077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3310128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2369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639312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35661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968496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38953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*.class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4297680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42245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71616" y="1170432"/>
            <a:ext cx="2788920" cy="3657600"/>
          </a:xfrm>
          <a:prstGeom prst="roundRect">
            <a:avLst>
              <a:gd name="adj" fmla="val 2623"/>
            </a:avLst>
          </a:prstGeom>
          <a:solidFill>
            <a:srgbClr val="F0F4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71616" y="1170432"/>
            <a:ext cx="27889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1170432"/>
            <a:ext cx="2011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Arquivos do SO e IDE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74736" y="1170432"/>
            <a:ext cx="65836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Automáticos e inúteis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81344" y="1554480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Criados pelo sistema operacional ou editor. Poluem o repositório e causam conflitos.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81344" y="2304288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Exemplos: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9632" y="265176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25786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99632" y="298094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29077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Thumbs.db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99632" y="331012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32369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99632" y="363931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35661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99632" y="396849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38953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99632" y="429768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42245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*.tmp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Pull Requests e Code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Pull Request (PR) é a solicitação para mesclar suas alterações à branch principal. Essencial em qualquer time profissional.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8016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❓ O que é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um Pull Request?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901952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✔  Solicitação para mesclar uma branch. Cria espaço para revisão antes de integrar o código ao projeto.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3824" y="1188720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55264" y="128016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984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❓ Por que usar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Pull Requests?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5264" y="1901952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✔  Permite revisão de código antes do merge. Facilita discussão e aprovação em equipe de forma organizada.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188720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28016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0097A7">
              <a:alpha val="1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2984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❓ Quem revisa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o código?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3056" y="1901952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✔  Outros desenvolvedores do time ou o Tech Lead. Mínimo de 1 aprovação é boa prática em times ágeis.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944368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6A1B9A">
              <a:alpha val="15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6265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❓ O que verificar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no review?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3566160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✔  Lógica, boas práticas, segurança, cobertura de testes e aderência aos padrões do projeto.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63824" y="2852928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55264" y="2944368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65100">
              <a:alpha val="1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96265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❓ Quando fazer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o merge?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566160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✔  Após aprovação de pelo menos 1 revisor e com CI/CD passando — todos os testes devem estar verdes.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2852928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944368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6265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❓ Onde aprender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mais sobre PRs?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63056" y="3566160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✔  docs.github.com e docs.gitlab.com têm tutoriais completos com exemplos práticos e vídeos.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Boas Práticas x Erros Comuns no Git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Adotar boas práticas desde o início economiza tempo, evita conflitos e mantém o projeto organizado a longo prazo.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1F8F1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 Boas Práticas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8249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591056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Commits pequenos e frequentes com mensagens claras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029968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Use uma branch por funcionalidade ou correção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468880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Sempre faça git pull antes de começar a trabalhar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907792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Mantenha a main sempre funcional e pronta para deploy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438144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346704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Use .gitignore para não versionar arquivos desnecessários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785616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Revise o código via Pull Request antes de mergear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31596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224528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Use tags para marcar versões de release (v1.0, v2.0)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73168" y="1170432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5F5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✘  Erros Comuns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82896" y="1682496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591056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Commitar arquivos .env com senhas e tokens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82896" y="2121408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029968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Trabalhar direto na branch main em equipe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82896" y="2560320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468880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Usar git reset --hard sem entender o que será perdido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82896" y="2999232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907792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Mensagens genéricas: "fix", "ajuste", "teste"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82896" y="3438144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346704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Fazer git push --force em branches compartilhadas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82896" y="3877056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785616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Esquecer de criar .gitignore no início do projeto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82896" y="4315968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4224528"/>
            <a:ext cx="3547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</a:rPr>
              <a:t>Commitar código comentado ou arquivos de build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 que o Mercado Exige — Conclusão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Profissionais que dominam Git são mais contratados, colaboram melhor e entregam projetos com mais qualidade.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42611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517904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179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52144" y="13167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Git Básico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" y="1664208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Commit, push, pull e branches são exigidos em 99% das vagas de desenvolvedor.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188720"/>
            <a:ext cx="42611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1517904"/>
            <a:ext cx="658368" cy="65836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179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96128" y="13167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7A7"/>
                </a:solidFill>
              </a:rPr>
              <a:t>GitHub / GitLab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96128" y="1664208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Portfólio com projetos publicados é diferencial em processos seletivos.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724912"/>
            <a:ext cx="42611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054096"/>
            <a:ext cx="658368" cy="65836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54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52144" y="28529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Pull Requests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" y="320040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 e Code Review são práticas padrão em times ágeis. Saber revisar é essencial.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2724912"/>
            <a:ext cx="42611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3054096"/>
            <a:ext cx="658368" cy="6583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54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96128" y="28529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Git Flow e CI/CD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96128" y="3200400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Estratégias de branch são exigidas em empresas com entregas contínuas.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4297680"/>
            <a:ext cx="8631936" cy="512064"/>
          </a:xfrm>
          <a:prstGeom prst="roundRect">
            <a:avLst>
              <a:gd name="adj" fmla="val 14286"/>
            </a:avLst>
          </a:prstGeom>
          <a:solidFill>
            <a:srgbClr val="EDE7F6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" y="4297680"/>
            <a:ext cx="8449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37E"/>
                </a:solidFill>
              </a:rPr>
              <a:t>Desenvolvedores que dominam Git trabalham melhor em equipe, erram menos e entregam projetos mais organizados e rastreáveis.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Controle de Versão com Git | Prof. Mizael Carlos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de Versão com Git</dc:title>
  <dc:subject>PptxGenJS Presentation</dc:subject>
  <dc:creator>Prof. Mizael Carlos</dc:creator>
  <cp:lastModifiedBy>Prof. Mizael Carlos</cp:lastModifiedBy>
  <cp:revision>1</cp:revision>
  <dcterms:created xsi:type="dcterms:W3CDTF">2026-06-25T11:12:25Z</dcterms:created>
  <dcterms:modified xsi:type="dcterms:W3CDTF">2026-06-25T11:12:25Z</dcterms:modified>
</cp:coreProperties>
</file>